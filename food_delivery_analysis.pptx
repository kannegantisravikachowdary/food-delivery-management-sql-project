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70" r:id="rId12"/>
    <p:sldId id="271" r:id="rId13"/>
    <p:sldId id="266" r:id="rId14"/>
    <p:sldId id="267" r:id="rId15"/>
    <p:sldId id="272" r:id="rId16"/>
    <p:sldId id="268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85"/>
    <a:srgbClr val="E0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0AA27-D37D-49B1-9243-F6E54B81F2E7}" v="1119" dt="2026-10-28T18:54:36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neganti Sravika" userId="e61301150ac95c2e" providerId="Windows Live" clId="Web-{B020AA27-D37D-49B1-9243-F6E54B81F2E7}"/>
    <pc:docChg chg="addSld delSld modSld">
      <pc:chgData name="Kanneganti Sravika" userId="e61301150ac95c2e" providerId="Windows Live" clId="Web-{B020AA27-D37D-49B1-9243-F6E54B81F2E7}" dt="2026-10-28T18:54:36.653" v="810"/>
      <pc:docMkLst>
        <pc:docMk/>
      </pc:docMkLst>
      <pc:sldChg chg="addSp delSp modSp">
        <pc:chgData name="Kanneganti Sravika" userId="e61301150ac95c2e" providerId="Windows Live" clId="Web-{B020AA27-D37D-49B1-9243-F6E54B81F2E7}" dt="2026-10-28T17:19:49.967" v="23" actId="14100"/>
        <pc:sldMkLst>
          <pc:docMk/>
          <pc:sldMk cId="0" sldId="256"/>
        </pc:sldMkLst>
        <pc:spChg chg="add mod">
          <ac:chgData name="Kanneganti Sravika" userId="e61301150ac95c2e" providerId="Windows Live" clId="Web-{B020AA27-D37D-49B1-9243-F6E54B81F2E7}" dt="2026-10-28T17:19:49.967" v="23" actId="14100"/>
          <ac:spMkLst>
            <pc:docMk/>
            <pc:sldMk cId="0" sldId="256"/>
            <ac:spMk id="3" creationId="{6BFEA3DC-CF09-C71E-6FEE-59A1206D69E5}"/>
          </ac:spMkLst>
        </pc:spChg>
        <pc:spChg chg="del mod">
          <ac:chgData name="Kanneganti Sravika" userId="e61301150ac95c2e" providerId="Windows Live" clId="Web-{B020AA27-D37D-49B1-9243-F6E54B81F2E7}" dt="2026-10-28T17:14:36.593" v="4"/>
          <ac:spMkLst>
            <pc:docMk/>
            <pc:sldMk cId="0" sldId="256"/>
            <ac:spMk id="99" creationId="{00000000-0000-0000-0000-000000000000}"/>
          </ac:spMkLst>
        </pc:spChg>
        <pc:picChg chg="add del mod">
          <ac:chgData name="Kanneganti Sravika" userId="e61301150ac95c2e" providerId="Windows Live" clId="Web-{B020AA27-D37D-49B1-9243-F6E54B81F2E7}" dt="2026-10-28T17:14:34.874" v="3"/>
          <ac:picMkLst>
            <pc:docMk/>
            <pc:sldMk cId="0" sldId="256"/>
            <ac:picMk id="2" creationId="{303524CA-E724-E8E8-03F4-748522FB51E3}"/>
          </ac:picMkLst>
        </pc:picChg>
        <pc:picChg chg="mod">
          <ac:chgData name="Kanneganti Sravika" userId="e61301150ac95c2e" providerId="Windows Live" clId="Web-{B020AA27-D37D-49B1-9243-F6E54B81F2E7}" dt="2026-10-28T17:16:27.725" v="19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modSp">
        <pc:chgData name="Kanneganti Sravika" userId="e61301150ac95c2e" providerId="Windows Live" clId="Web-{B020AA27-D37D-49B1-9243-F6E54B81F2E7}" dt="2026-10-28T17:40:09.960" v="185" actId="20577"/>
        <pc:sldMkLst>
          <pc:docMk/>
          <pc:sldMk cId="0" sldId="257"/>
        </pc:sldMkLst>
        <pc:spChg chg="mod">
          <ac:chgData name="Kanneganti Sravika" userId="e61301150ac95c2e" providerId="Windows Live" clId="Web-{B020AA27-D37D-49B1-9243-F6E54B81F2E7}" dt="2026-10-28T17:40:09.960" v="185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Kanneganti Sravika" userId="e61301150ac95c2e" providerId="Windows Live" clId="Web-{B020AA27-D37D-49B1-9243-F6E54B81F2E7}" dt="2026-10-28T17:19:57.404" v="25" actId="20577"/>
          <ac:spMkLst>
            <pc:docMk/>
            <pc:sldMk cId="0" sldId="257"/>
            <ac:spMk id="105" creationId="{00000000-0000-0000-0000-000000000000}"/>
          </ac:spMkLst>
        </pc:spChg>
      </pc:sldChg>
      <pc:sldChg chg="addSp delSp modSp">
        <pc:chgData name="Kanneganti Sravika" userId="e61301150ac95c2e" providerId="Windows Live" clId="Web-{B020AA27-D37D-49B1-9243-F6E54B81F2E7}" dt="2026-10-28T18:51:59.335" v="806" actId="20577"/>
        <pc:sldMkLst>
          <pc:docMk/>
          <pc:sldMk cId="0" sldId="258"/>
        </pc:sldMkLst>
        <pc:spChg chg="mod">
          <ac:chgData name="Kanneganti Sravika" userId="e61301150ac95c2e" providerId="Windows Live" clId="Web-{B020AA27-D37D-49B1-9243-F6E54B81F2E7}" dt="2026-10-28T18:51:59.335" v="806" actId="20577"/>
          <ac:spMkLst>
            <pc:docMk/>
            <pc:sldMk cId="0" sldId="258"/>
            <ac:spMk id="111" creationId="{00000000-0000-0000-0000-000000000000}"/>
          </ac:spMkLst>
        </pc:spChg>
        <pc:graphicFrameChg chg="del mod">
          <ac:chgData name="Kanneganti Sravika" userId="e61301150ac95c2e" providerId="Windows Live" clId="Web-{B020AA27-D37D-49B1-9243-F6E54B81F2E7}" dt="2026-10-28T18:16:27.820" v="443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addSp delSp modSp">
        <pc:chgData name="Kanneganti Sravika" userId="e61301150ac95c2e" providerId="Windows Live" clId="Web-{B020AA27-D37D-49B1-9243-F6E54B81F2E7}" dt="2026-10-28T17:52:12.476" v="228" actId="20577"/>
        <pc:sldMkLst>
          <pc:docMk/>
          <pc:sldMk cId="1848136600" sldId="260"/>
        </pc:sldMkLst>
        <pc:spChg chg="del mod">
          <ac:chgData name="Kanneganti Sravika" userId="e61301150ac95c2e" providerId="Windows Live" clId="Web-{B020AA27-D37D-49B1-9243-F6E54B81F2E7}" dt="2026-10-28T17:51:31.365" v="216"/>
          <ac:spMkLst>
            <pc:docMk/>
            <pc:sldMk cId="1848136600" sldId="260"/>
            <ac:spMk id="3" creationId="{FE498B8F-DEF2-8AF8-D7FE-E40A8B9917D0}"/>
          </ac:spMkLst>
        </pc:spChg>
        <pc:spChg chg="add mod">
          <ac:chgData name="Kanneganti Sravika" userId="e61301150ac95c2e" providerId="Windows Live" clId="Web-{B020AA27-D37D-49B1-9243-F6E54B81F2E7}" dt="2026-10-28T17:52:12.476" v="228" actId="20577"/>
          <ac:spMkLst>
            <pc:docMk/>
            <pc:sldMk cId="1848136600" sldId="260"/>
            <ac:spMk id="4" creationId="{3AFFF516-8E8E-E361-0197-44FFC7D4B505}"/>
          </ac:spMkLst>
        </pc:spChg>
      </pc:sldChg>
      <pc:sldChg chg="addSp delSp modSp add del">
        <pc:chgData name="Kanneganti Sravika" userId="e61301150ac95c2e" providerId="Windows Live" clId="Web-{B020AA27-D37D-49B1-9243-F6E54B81F2E7}" dt="2026-10-28T17:59:20.853" v="263" actId="20577"/>
        <pc:sldMkLst>
          <pc:docMk/>
          <pc:sldMk cId="339716360" sldId="261"/>
        </pc:sldMkLst>
        <pc:spChg chg="add del mod">
          <ac:chgData name="Kanneganti Sravika" userId="e61301150ac95c2e" providerId="Windows Live" clId="Web-{B020AA27-D37D-49B1-9243-F6E54B81F2E7}" dt="2026-10-28T17:58:27.180" v="252" actId="14100"/>
          <ac:spMkLst>
            <pc:docMk/>
            <pc:sldMk cId="339716360" sldId="261"/>
            <ac:spMk id="2" creationId="{E0CE9465-A14D-963F-CC39-5A9FD793E363}"/>
          </ac:spMkLst>
        </pc:spChg>
        <pc:spChg chg="mod">
          <ac:chgData name="Kanneganti Sravika" userId="e61301150ac95c2e" providerId="Windows Live" clId="Web-{B020AA27-D37D-49B1-9243-F6E54B81F2E7}" dt="2026-10-28T17:59:20.853" v="263" actId="20577"/>
          <ac:spMkLst>
            <pc:docMk/>
            <pc:sldMk cId="339716360" sldId="261"/>
            <ac:spMk id="4" creationId="{74E2184D-8650-FC5E-5159-87FCF6E3E2D0}"/>
          </ac:spMkLst>
        </pc:spChg>
        <pc:spChg chg="add del mod">
          <ac:chgData name="Kanneganti Sravika" userId="e61301150ac95c2e" providerId="Windows Live" clId="Web-{B020AA27-D37D-49B1-9243-F6E54B81F2E7}" dt="2026-10-28T17:57:13.427" v="241"/>
          <ac:spMkLst>
            <pc:docMk/>
            <pc:sldMk cId="339716360" sldId="261"/>
            <ac:spMk id="5" creationId="{5570BCAA-8A68-5B5C-3B33-D095AF81BFEA}"/>
          </ac:spMkLst>
        </pc:spChg>
      </pc:sldChg>
      <pc:sldChg chg="modSp">
        <pc:chgData name="Kanneganti Sravika" userId="e61301150ac95c2e" providerId="Windows Live" clId="Web-{B020AA27-D37D-49B1-9243-F6E54B81F2E7}" dt="2026-10-28T18:00:17.745" v="282" actId="20577"/>
        <pc:sldMkLst>
          <pc:docMk/>
          <pc:sldMk cId="915108761" sldId="262"/>
        </pc:sldMkLst>
        <pc:spChg chg="mod">
          <ac:chgData name="Kanneganti Sravika" userId="e61301150ac95c2e" providerId="Windows Live" clId="Web-{B020AA27-D37D-49B1-9243-F6E54B81F2E7}" dt="2026-10-28T18:00:17.745" v="282" actId="20577"/>
          <ac:spMkLst>
            <pc:docMk/>
            <pc:sldMk cId="915108761" sldId="262"/>
            <ac:spMk id="3" creationId="{07768BE3-8B4A-2486-B3B0-1D93DB9B1966}"/>
          </ac:spMkLst>
        </pc:spChg>
      </pc:sldChg>
      <pc:sldChg chg="addSp delSp modSp mod setBg">
        <pc:chgData name="Kanneganti Sravika" userId="e61301150ac95c2e" providerId="Windows Live" clId="Web-{B020AA27-D37D-49B1-9243-F6E54B81F2E7}" dt="2026-10-28T18:07:23.282" v="352" actId="20577"/>
        <pc:sldMkLst>
          <pc:docMk/>
          <pc:sldMk cId="849450051" sldId="263"/>
        </pc:sldMkLst>
        <pc:spChg chg="mod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2" creationId="{0B63A736-9FF7-0C24-5A44-DC4BB93BDD4A}"/>
          </ac:spMkLst>
        </pc:spChg>
        <pc:spChg chg="mod ord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3" creationId="{53B6AD42-CEFA-69E3-CFBE-22FFF4A3FA6E}"/>
          </ac:spMkLst>
        </pc:spChg>
        <pc:spChg chg="add mod">
          <ac:chgData name="Kanneganti Sravika" userId="e61301150ac95c2e" providerId="Windows Live" clId="Web-{B020AA27-D37D-49B1-9243-F6E54B81F2E7}" dt="2026-10-28T18:05:55.683" v="341" actId="688"/>
          <ac:spMkLst>
            <pc:docMk/>
            <pc:sldMk cId="849450051" sldId="263"/>
            <ac:spMk id="5" creationId="{E727A6A4-55BE-864C-55D3-419955582074}"/>
          </ac:spMkLst>
        </pc:spChg>
        <pc:spChg chg="add mod">
          <ac:chgData name="Kanneganti Sravika" userId="e61301150ac95c2e" providerId="Windows Live" clId="Web-{B020AA27-D37D-49B1-9243-F6E54B81F2E7}" dt="2026-10-28T18:07:23.282" v="352" actId="20577"/>
          <ac:spMkLst>
            <pc:docMk/>
            <pc:sldMk cId="849450051" sldId="263"/>
            <ac:spMk id="6" creationId="{42070AE2-05C2-BA7C-237E-4757A0170503}"/>
          </ac:spMkLst>
        </pc:spChg>
        <pc:spChg chg="add del">
          <ac:chgData name="Kanneganti Sravika" userId="e61301150ac95c2e" providerId="Windows Live" clId="Web-{B020AA27-D37D-49B1-9243-F6E54B81F2E7}" dt="2026-10-28T18:03:05.266" v="306"/>
          <ac:spMkLst>
            <pc:docMk/>
            <pc:sldMk cId="849450051" sldId="263"/>
            <ac:spMk id="9" creationId="{A8908DB7-C3A6-4FCB-9820-CEE02B398C4A}"/>
          </ac:spMkLst>
        </pc:spChg>
        <pc:spChg chg="add del">
          <ac:chgData name="Kanneganti Sravika" userId="e61301150ac95c2e" providerId="Windows Live" clId="Web-{B020AA27-D37D-49B1-9243-F6E54B81F2E7}" dt="2026-10-28T18:03:05.266" v="306"/>
          <ac:spMkLst>
            <pc:docMk/>
            <pc:sldMk cId="849450051" sldId="263"/>
            <ac:spMk id="11" creationId="{535742DD-1B16-4E9D-B715-0D74B4574A68}"/>
          </ac:spMkLst>
        </pc:spChg>
        <pc:spChg chg="add del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13" creationId="{E659831F-0D9A-4C63-9EBB-8435B85A440F}"/>
          </ac:spMkLst>
        </pc:spChg>
        <pc:spChg chg="add del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14" creationId="{058A14AF-9FB5-4CC7-BA35-E8E85D3EDF0E}"/>
          </ac:spMkLst>
        </pc:spChg>
        <pc:spChg chg="add del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15" creationId="{E6995CE5-F890-4ABA-82A2-26507CE8D2A3}"/>
          </ac:spMkLst>
        </pc:spChg>
        <pc:spChg chg="add del">
          <ac:chgData name="Kanneganti Sravika" userId="e61301150ac95c2e" providerId="Windows Live" clId="Web-{B020AA27-D37D-49B1-9243-F6E54B81F2E7}" dt="2026-10-28T18:03:55.362" v="318"/>
          <ac:spMkLst>
            <pc:docMk/>
            <pc:sldMk cId="849450051" sldId="263"/>
            <ac:spMk id="16" creationId="{3A9A4357-BD1D-4622-A4FE-766E6AB8DE84}"/>
          </ac:spMkLst>
        </pc:spChg>
        <pc:spChg chg="add del">
          <ac:chgData name="Kanneganti Sravika" userId="e61301150ac95c2e" providerId="Windows Live" clId="Web-{B020AA27-D37D-49B1-9243-F6E54B81F2E7}" dt="2026-10-28T18:03:49.581" v="314"/>
          <ac:spMkLst>
            <pc:docMk/>
            <pc:sldMk cId="849450051" sldId="263"/>
            <ac:spMk id="20" creationId="{0288C6B4-AFC3-407F-A595-EFFD38D4CCAF}"/>
          </ac:spMkLst>
        </pc:spChg>
        <pc:spChg chg="add del">
          <ac:chgData name="Kanneganti Sravika" userId="e61301150ac95c2e" providerId="Windows Live" clId="Web-{B020AA27-D37D-49B1-9243-F6E54B81F2E7}" dt="2026-10-28T18:03:49.581" v="314"/>
          <ac:spMkLst>
            <pc:docMk/>
            <pc:sldMk cId="849450051" sldId="263"/>
            <ac:spMk id="22" creationId="{CF236821-17FE-429B-8D2C-08E13A64EA40}"/>
          </ac:spMkLst>
        </pc:spChg>
        <pc:spChg chg="add del">
          <ac:chgData name="Kanneganti Sravika" userId="e61301150ac95c2e" providerId="Windows Live" clId="Web-{B020AA27-D37D-49B1-9243-F6E54B81F2E7}" dt="2026-10-28T18:03:49.581" v="314"/>
          <ac:spMkLst>
            <pc:docMk/>
            <pc:sldMk cId="849450051" sldId="263"/>
            <ac:spMk id="24" creationId="{C0BDBCD2-E081-43AB-9119-C55465E59757}"/>
          </ac:spMkLst>
        </pc:spChg>
        <pc:spChg chg="add del">
          <ac:chgData name="Kanneganti Sravika" userId="e61301150ac95c2e" providerId="Windows Live" clId="Web-{B020AA27-D37D-49B1-9243-F6E54B81F2E7}" dt="2026-10-28T18:03:49.581" v="314"/>
          <ac:spMkLst>
            <pc:docMk/>
            <pc:sldMk cId="849450051" sldId="263"/>
            <ac:spMk id="26" creationId="{98E79BE4-34FE-485A-98A5-92CE8F7C4743}"/>
          </ac:spMkLst>
        </pc:spChg>
        <pc:spChg chg="add del">
          <ac:chgData name="Kanneganti Sravika" userId="e61301150ac95c2e" providerId="Windows Live" clId="Web-{B020AA27-D37D-49B1-9243-F6E54B81F2E7}" dt="2026-10-28T18:03:49.581" v="314"/>
          <ac:spMkLst>
            <pc:docMk/>
            <pc:sldMk cId="849450051" sldId="263"/>
            <ac:spMk id="28" creationId="{7A5F0580-5EE9-419F-96EE-B6529EF6E7D0}"/>
          </ac:spMkLst>
        </pc:spChg>
        <pc:picChg chg="add mod">
          <ac:chgData name="Kanneganti Sravika" userId="e61301150ac95c2e" providerId="Windows Live" clId="Web-{B020AA27-D37D-49B1-9243-F6E54B81F2E7}" dt="2026-10-28T18:04:05.019" v="320" actId="14100"/>
          <ac:picMkLst>
            <pc:docMk/>
            <pc:sldMk cId="849450051" sldId="263"/>
            <ac:picMk id="4" creationId="{C2CE792A-26D2-2C44-DD78-2F2F66B0DB00}"/>
          </ac:picMkLst>
        </pc:picChg>
      </pc:sldChg>
      <pc:sldChg chg="addSp delSp modSp">
        <pc:chgData name="Kanneganti Sravika" userId="e61301150ac95c2e" providerId="Windows Live" clId="Web-{B020AA27-D37D-49B1-9243-F6E54B81F2E7}" dt="2026-10-28T18:13:27.454" v="399" actId="14100"/>
        <pc:sldMkLst>
          <pc:docMk/>
          <pc:sldMk cId="2776435712" sldId="264"/>
        </pc:sldMkLst>
        <pc:spChg chg="mod">
          <ac:chgData name="Kanneganti Sravika" userId="e61301150ac95c2e" providerId="Windows Live" clId="Web-{B020AA27-D37D-49B1-9243-F6E54B81F2E7}" dt="2026-10-28T18:10:15.726" v="364" actId="14100"/>
          <ac:spMkLst>
            <pc:docMk/>
            <pc:sldMk cId="2776435712" sldId="264"/>
            <ac:spMk id="2" creationId="{65E6A6F7-50EC-FFA0-38FC-2B7B857D43BB}"/>
          </ac:spMkLst>
        </pc:spChg>
        <pc:spChg chg="mod">
          <ac:chgData name="Kanneganti Sravika" userId="e61301150ac95c2e" providerId="Windows Live" clId="Web-{B020AA27-D37D-49B1-9243-F6E54B81F2E7}" dt="2026-10-28T18:12:02.856" v="389" actId="20577"/>
          <ac:spMkLst>
            <pc:docMk/>
            <pc:sldMk cId="2776435712" sldId="264"/>
            <ac:spMk id="7" creationId="{A5E24233-F054-F613-056A-C9DA91DD3C0F}"/>
          </ac:spMkLst>
        </pc:spChg>
        <pc:picChg chg="add mod">
          <ac:chgData name="Kanneganti Sravika" userId="e61301150ac95c2e" providerId="Windows Live" clId="Web-{B020AA27-D37D-49B1-9243-F6E54B81F2E7}" dt="2026-10-28T18:13:27.454" v="399" actId="14100"/>
          <ac:picMkLst>
            <pc:docMk/>
            <pc:sldMk cId="2776435712" sldId="264"/>
            <ac:picMk id="3" creationId="{C20B0E7B-EBC7-3506-0537-8722F736F3E6}"/>
          </ac:picMkLst>
        </pc:picChg>
        <pc:picChg chg="del">
          <ac:chgData name="Kanneganti Sravika" userId="e61301150ac95c2e" providerId="Windows Live" clId="Web-{B020AA27-D37D-49B1-9243-F6E54B81F2E7}" dt="2026-10-28T18:12:10.716" v="390"/>
          <ac:picMkLst>
            <pc:docMk/>
            <pc:sldMk cId="2776435712" sldId="264"/>
            <ac:picMk id="4" creationId="{A1786B66-791E-CCE3-9CA7-31DBA3DC1332}"/>
          </ac:picMkLst>
        </pc:picChg>
      </pc:sldChg>
      <pc:sldChg chg="addSp delSp modSp">
        <pc:chgData name="Kanneganti Sravika" userId="e61301150ac95c2e" providerId="Windows Live" clId="Web-{B020AA27-D37D-49B1-9243-F6E54B81F2E7}" dt="2026-10-28T18:22:56.775" v="535" actId="20577"/>
        <pc:sldMkLst>
          <pc:docMk/>
          <pc:sldMk cId="2860033275" sldId="265"/>
        </pc:sldMkLst>
        <pc:spChg chg="add mod">
          <ac:chgData name="Kanneganti Sravika" userId="e61301150ac95c2e" providerId="Windows Live" clId="Web-{B020AA27-D37D-49B1-9243-F6E54B81F2E7}" dt="2026-10-28T18:22:56.775" v="535" actId="20577"/>
          <ac:spMkLst>
            <pc:docMk/>
            <pc:sldMk cId="2860033275" sldId="265"/>
            <ac:spMk id="4" creationId="{6E2347F6-9716-4E4B-9E03-2515C5301478}"/>
          </ac:spMkLst>
        </pc:spChg>
        <pc:graphicFrameChg chg="del mod modGraphic">
          <ac:chgData name="Kanneganti Sravika" userId="e61301150ac95c2e" providerId="Windows Live" clId="Web-{B020AA27-D37D-49B1-9243-F6E54B81F2E7}" dt="2026-10-28T18:16:11.273" v="423"/>
          <ac:graphicFrameMkLst>
            <pc:docMk/>
            <pc:sldMk cId="2860033275" sldId="265"/>
            <ac:graphicFrameMk id="3" creationId="{00000000-0000-0000-0000-000000000000}"/>
          </ac:graphicFrameMkLst>
        </pc:graphicFrameChg>
      </pc:sldChg>
      <pc:sldChg chg="addSp delSp modSp">
        <pc:chgData name="Kanneganti Sravika" userId="e61301150ac95c2e" providerId="Windows Live" clId="Web-{B020AA27-D37D-49B1-9243-F6E54B81F2E7}" dt="2026-10-28T18:42:18.609" v="700" actId="20577"/>
        <pc:sldMkLst>
          <pc:docMk/>
          <pc:sldMk cId="956062830" sldId="266"/>
        </pc:sldMkLst>
        <pc:spChg chg="mod">
          <ac:chgData name="Kanneganti Sravika" userId="e61301150ac95c2e" providerId="Windows Live" clId="Web-{B020AA27-D37D-49B1-9243-F6E54B81F2E7}" dt="2026-10-28T18:41:40.139" v="688" actId="14100"/>
          <ac:spMkLst>
            <pc:docMk/>
            <pc:sldMk cId="956062830" sldId="266"/>
            <ac:spMk id="2" creationId="{EC4D3B83-0B34-AFC6-BEB7-96761BCC1396}"/>
          </ac:spMkLst>
        </pc:spChg>
        <pc:spChg chg="del mod">
          <ac:chgData name="Kanneganti Sravika" userId="e61301150ac95c2e" providerId="Windows Live" clId="Web-{B020AA27-D37D-49B1-9243-F6E54B81F2E7}" dt="2026-10-28T18:41:01.277" v="677"/>
          <ac:spMkLst>
            <pc:docMk/>
            <pc:sldMk cId="956062830" sldId="266"/>
            <ac:spMk id="3" creationId="{451F8318-F466-ECEC-F2A1-E63726476D27}"/>
          </ac:spMkLst>
        </pc:spChg>
        <pc:spChg chg="add mod">
          <ac:chgData name="Kanneganti Sravika" userId="e61301150ac95c2e" providerId="Windows Live" clId="Web-{B020AA27-D37D-49B1-9243-F6E54B81F2E7}" dt="2026-10-28T18:42:18.609" v="700" actId="20577"/>
          <ac:spMkLst>
            <pc:docMk/>
            <pc:sldMk cId="956062830" sldId="266"/>
            <ac:spMk id="4" creationId="{605DC54B-C23C-7069-CE51-996D4431DEC0}"/>
          </ac:spMkLst>
        </pc:spChg>
      </pc:sldChg>
      <pc:sldChg chg="modSp">
        <pc:chgData name="Kanneganti Sravika" userId="e61301150ac95c2e" providerId="Windows Live" clId="Web-{B020AA27-D37D-49B1-9243-F6E54B81F2E7}" dt="2026-10-28T18:53:54.916" v="808" actId="1076"/>
        <pc:sldMkLst>
          <pc:docMk/>
          <pc:sldMk cId="4178187162" sldId="267"/>
        </pc:sldMkLst>
        <pc:spChg chg="mod">
          <ac:chgData name="Kanneganti Sravika" userId="e61301150ac95c2e" providerId="Windows Live" clId="Web-{B020AA27-D37D-49B1-9243-F6E54B81F2E7}" dt="2026-10-28T18:53:54.916" v="808" actId="1076"/>
          <ac:spMkLst>
            <pc:docMk/>
            <pc:sldMk cId="4178187162" sldId="267"/>
            <ac:spMk id="2" creationId="{3A8FEE1F-96D8-28CF-3D44-3AA3A0D523F6}"/>
          </ac:spMkLst>
        </pc:spChg>
        <pc:spChg chg="mod">
          <ac:chgData name="Kanneganti Sravika" userId="e61301150ac95c2e" providerId="Windows Live" clId="Web-{B020AA27-D37D-49B1-9243-F6E54B81F2E7}" dt="2026-10-28T18:44:44.521" v="742" actId="20577"/>
          <ac:spMkLst>
            <pc:docMk/>
            <pc:sldMk cId="4178187162" sldId="267"/>
            <ac:spMk id="3" creationId="{656C3790-DBE2-CCD5-56D2-602F2F1FD161}"/>
          </ac:spMkLst>
        </pc:spChg>
      </pc:sldChg>
      <pc:sldChg chg="modSp">
        <pc:chgData name="Kanneganti Sravika" userId="e61301150ac95c2e" providerId="Windows Live" clId="Web-{B020AA27-D37D-49B1-9243-F6E54B81F2E7}" dt="2026-10-28T18:49:37.425" v="789" actId="20577"/>
        <pc:sldMkLst>
          <pc:docMk/>
          <pc:sldMk cId="2391216028" sldId="268"/>
        </pc:sldMkLst>
        <pc:spChg chg="mod">
          <ac:chgData name="Kanneganti Sravika" userId="e61301150ac95c2e" providerId="Windows Live" clId="Web-{B020AA27-D37D-49B1-9243-F6E54B81F2E7}" dt="2026-10-28T18:49:37.425" v="789" actId="20577"/>
          <ac:spMkLst>
            <pc:docMk/>
            <pc:sldMk cId="2391216028" sldId="268"/>
            <ac:spMk id="4" creationId="{C9F784B3-7EA1-9987-E585-CA5575E5F020}"/>
          </ac:spMkLst>
        </pc:spChg>
      </pc:sldChg>
      <pc:sldChg chg="addSp modSp new">
        <pc:chgData name="Kanneganti Sravika" userId="e61301150ac95c2e" providerId="Windows Live" clId="Web-{B020AA27-D37D-49B1-9243-F6E54B81F2E7}" dt="2026-10-28T18:30:41.844" v="612" actId="20577"/>
        <pc:sldMkLst>
          <pc:docMk/>
          <pc:sldMk cId="442665001" sldId="269"/>
        </pc:sldMkLst>
        <pc:spChg chg="add mod">
          <ac:chgData name="Kanneganti Sravika" userId="e61301150ac95c2e" providerId="Windows Live" clId="Web-{B020AA27-D37D-49B1-9243-F6E54B81F2E7}" dt="2026-10-28T18:24:35.656" v="549" actId="20577"/>
          <ac:spMkLst>
            <pc:docMk/>
            <pc:sldMk cId="442665001" sldId="269"/>
            <ac:spMk id="2" creationId="{DD914020-1331-C488-228D-37F02DBD93DE}"/>
          </ac:spMkLst>
        </pc:spChg>
        <pc:spChg chg="add mod">
          <ac:chgData name="Kanneganti Sravika" userId="e61301150ac95c2e" providerId="Windows Live" clId="Web-{B020AA27-D37D-49B1-9243-F6E54B81F2E7}" dt="2026-10-28T18:25:47.503" v="565" actId="20577"/>
          <ac:spMkLst>
            <pc:docMk/>
            <pc:sldMk cId="442665001" sldId="269"/>
            <ac:spMk id="3" creationId="{BBAB2CB6-70A0-F886-15E8-3B4F9D92F05A}"/>
          </ac:spMkLst>
        </pc:spChg>
        <pc:spChg chg="add mod">
          <ac:chgData name="Kanneganti Sravika" userId="e61301150ac95c2e" providerId="Windows Live" clId="Web-{B020AA27-D37D-49B1-9243-F6E54B81F2E7}" dt="2026-10-28T18:28:06.070" v="595" actId="20577"/>
          <ac:spMkLst>
            <pc:docMk/>
            <pc:sldMk cId="442665001" sldId="269"/>
            <ac:spMk id="4" creationId="{A615A552-A4F5-08BA-3349-44BF5CB8A031}"/>
          </ac:spMkLst>
        </pc:spChg>
        <pc:spChg chg="add mod">
          <ac:chgData name="Kanneganti Sravika" userId="e61301150ac95c2e" providerId="Windows Live" clId="Web-{B020AA27-D37D-49B1-9243-F6E54B81F2E7}" dt="2026-10-28T18:30:41.844" v="612" actId="20577"/>
          <ac:spMkLst>
            <pc:docMk/>
            <pc:sldMk cId="442665001" sldId="269"/>
            <ac:spMk id="6" creationId="{BCA56CC6-84C4-BE98-61EF-547ED885FCF9}"/>
          </ac:spMkLst>
        </pc:spChg>
        <pc:picChg chg="add mod">
          <ac:chgData name="Kanneganti Sravika" userId="e61301150ac95c2e" providerId="Windows Live" clId="Web-{B020AA27-D37D-49B1-9243-F6E54B81F2E7}" dt="2026-10-28T18:30:36.375" v="611" actId="1076"/>
          <ac:picMkLst>
            <pc:docMk/>
            <pc:sldMk cId="442665001" sldId="269"/>
            <ac:picMk id="5" creationId="{B71049C9-752D-0D67-0462-9E55CDA2A826}"/>
          </ac:picMkLst>
        </pc:picChg>
      </pc:sldChg>
      <pc:sldChg chg="new del">
        <pc:chgData name="Kanneganti Sravika" userId="e61301150ac95c2e" providerId="Windows Live" clId="Web-{B020AA27-D37D-49B1-9243-F6E54B81F2E7}" dt="2026-10-28T17:38:25.174" v="153"/>
        <pc:sldMkLst>
          <pc:docMk/>
          <pc:sldMk cId="2582403185" sldId="269"/>
        </pc:sldMkLst>
      </pc:sldChg>
      <pc:sldChg chg="addSp modSp new">
        <pc:chgData name="Kanneganti Sravika" userId="e61301150ac95c2e" providerId="Windows Live" clId="Web-{B020AA27-D37D-49B1-9243-F6E54B81F2E7}" dt="2026-10-28T18:35:22.994" v="638" actId="14100"/>
        <pc:sldMkLst>
          <pc:docMk/>
          <pc:sldMk cId="2555721654" sldId="270"/>
        </pc:sldMkLst>
        <pc:spChg chg="mod">
          <ac:chgData name="Kanneganti Sravika" userId="e61301150ac95c2e" providerId="Windows Live" clId="Web-{B020AA27-D37D-49B1-9243-F6E54B81F2E7}" dt="2026-10-28T18:31:46.003" v="616" actId="20577"/>
          <ac:spMkLst>
            <pc:docMk/>
            <pc:sldMk cId="2555721654" sldId="270"/>
            <ac:spMk id="2" creationId="{F1F415E5-F993-1E3A-54EB-6B7F09BBA274}"/>
          </ac:spMkLst>
        </pc:spChg>
        <pc:spChg chg="mod">
          <ac:chgData name="Kanneganti Sravika" userId="e61301150ac95c2e" providerId="Windows Live" clId="Web-{B020AA27-D37D-49B1-9243-F6E54B81F2E7}" dt="2026-10-28T18:33:09.803" v="625" actId="20577"/>
          <ac:spMkLst>
            <pc:docMk/>
            <pc:sldMk cId="2555721654" sldId="270"/>
            <ac:spMk id="3" creationId="{FCF3EDB1-5BC9-BB50-3CD0-6146307B7711}"/>
          </ac:spMkLst>
        </pc:spChg>
        <pc:spChg chg="add mod">
          <ac:chgData name="Kanneganti Sravika" userId="e61301150ac95c2e" providerId="Windows Live" clId="Web-{B020AA27-D37D-49B1-9243-F6E54B81F2E7}" dt="2026-10-28T18:35:22.994" v="638" actId="14100"/>
          <ac:spMkLst>
            <pc:docMk/>
            <pc:sldMk cId="2555721654" sldId="270"/>
            <ac:spMk id="5" creationId="{8B1F82EB-C7BA-F577-BCF1-0AA86BB36379}"/>
          </ac:spMkLst>
        </pc:spChg>
        <pc:picChg chg="add mod">
          <ac:chgData name="Kanneganti Sravika" userId="e61301150ac95c2e" providerId="Windows Live" clId="Web-{B020AA27-D37D-49B1-9243-F6E54B81F2E7}" dt="2026-10-28T18:34:44.524" v="629" actId="1076"/>
          <ac:picMkLst>
            <pc:docMk/>
            <pc:sldMk cId="2555721654" sldId="270"/>
            <ac:picMk id="4" creationId="{43D269A7-18F8-4FC2-ABE3-0A4F05984E55}"/>
          </ac:picMkLst>
        </pc:picChg>
      </pc:sldChg>
      <pc:sldChg chg="addSp modSp new">
        <pc:chgData name="Kanneganti Sravika" userId="e61301150ac95c2e" providerId="Windows Live" clId="Web-{B020AA27-D37D-49B1-9243-F6E54B81F2E7}" dt="2026-10-28T18:38:33.643" v="667" actId="14100"/>
        <pc:sldMkLst>
          <pc:docMk/>
          <pc:sldMk cId="2933127040" sldId="271"/>
        </pc:sldMkLst>
        <pc:spChg chg="mod">
          <ac:chgData name="Kanneganti Sravika" userId="e61301150ac95c2e" providerId="Windows Live" clId="Web-{B020AA27-D37D-49B1-9243-F6E54B81F2E7}" dt="2026-10-28T18:36:19.870" v="642" actId="20577"/>
          <ac:spMkLst>
            <pc:docMk/>
            <pc:sldMk cId="2933127040" sldId="271"/>
            <ac:spMk id="2" creationId="{21A5174C-59FB-171B-9CB4-F2C985A122B9}"/>
          </ac:spMkLst>
        </pc:spChg>
        <pc:spChg chg="mod">
          <ac:chgData name="Kanneganti Sravika" userId="e61301150ac95c2e" providerId="Windows Live" clId="Web-{B020AA27-D37D-49B1-9243-F6E54B81F2E7}" dt="2026-10-28T18:37:37.014" v="655" actId="20577"/>
          <ac:spMkLst>
            <pc:docMk/>
            <pc:sldMk cId="2933127040" sldId="271"/>
            <ac:spMk id="3" creationId="{5F7A0C9D-8142-6F81-B820-7262A06D6A3A}"/>
          </ac:spMkLst>
        </pc:spChg>
        <pc:spChg chg="add mod">
          <ac:chgData name="Kanneganti Sravika" userId="e61301150ac95c2e" providerId="Windows Live" clId="Web-{B020AA27-D37D-49B1-9243-F6E54B81F2E7}" dt="2026-10-28T18:38:23.642" v="664" actId="14100"/>
          <ac:spMkLst>
            <pc:docMk/>
            <pc:sldMk cId="2933127040" sldId="271"/>
            <ac:spMk id="5" creationId="{29DC9F3B-1FC3-BA06-3142-CA964465ED7D}"/>
          </ac:spMkLst>
        </pc:spChg>
        <pc:picChg chg="add mod">
          <ac:chgData name="Kanneganti Sravika" userId="e61301150ac95c2e" providerId="Windows Live" clId="Web-{B020AA27-D37D-49B1-9243-F6E54B81F2E7}" dt="2026-10-28T18:38:33.643" v="667" actId="14100"/>
          <ac:picMkLst>
            <pc:docMk/>
            <pc:sldMk cId="2933127040" sldId="271"/>
            <ac:picMk id="4" creationId="{AEE07D29-C32E-B2E2-634E-886784754FB0}"/>
          </ac:picMkLst>
        </pc:picChg>
      </pc:sldChg>
      <pc:sldChg chg="addSp modSp new">
        <pc:chgData name="Kanneganti Sravika" userId="e61301150ac95c2e" providerId="Windows Live" clId="Web-{B020AA27-D37D-49B1-9243-F6E54B81F2E7}" dt="2026-10-28T18:54:36.653" v="810"/>
        <pc:sldMkLst>
          <pc:docMk/>
          <pc:sldMk cId="1422283854" sldId="272"/>
        </pc:sldMkLst>
        <pc:spChg chg="add mod">
          <ac:chgData name="Kanneganti Sravika" userId="e61301150ac95c2e" providerId="Windows Live" clId="Web-{B020AA27-D37D-49B1-9243-F6E54B81F2E7}" dt="2026-10-28T18:54:36.653" v="810"/>
          <ac:spMkLst>
            <pc:docMk/>
            <pc:sldMk cId="1422283854" sldId="272"/>
            <ac:spMk id="2" creationId="{10D9E239-8004-3810-3CBD-3D18649480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annegantisravik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3897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FEA3DC-CF09-C71E-6FEE-59A1206D69E5}"/>
              </a:ext>
            </a:extLst>
          </p:cNvPr>
          <p:cNvSpPr txBox="1"/>
          <p:nvPr/>
        </p:nvSpPr>
        <p:spPr>
          <a:xfrm>
            <a:off x="3799562" y="4013547"/>
            <a:ext cx="618994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Food Delivery Management</a:t>
            </a:r>
            <a:endParaRPr lang="en-US" sz="2800" b="1" dirty="0"/>
          </a:p>
          <a:p>
            <a:pPr algn="ctr"/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68680" y="720699"/>
            <a:ext cx="11055964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Kanneganti Sravika Chowdary[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chemeClr val="dk1"/>
              </a:buClr>
              <a:buSzPts val="2400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Times New Roman"/>
                <a:cs typeface="Times New Roman"/>
              </a:rPr>
              <a:t>I want to learn Data Analytics because I enjoy working with data and finding meaningful insights. It helps convert raw data into useful information that supports business decisions. I am interested in building a career where I can solve real-world problems using data.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</a:t>
            </a:r>
          </a:p>
          <a:p>
            <a:pPr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Calibri"/>
                <a:cs typeface="Times New Roman"/>
                <a:sym typeface="Calibri"/>
              </a:rPr>
              <a:t>I am a fresher without professional industry experience. However, I have gained practical exposure through academic projects, internships, and hands-on training in SQL, Python, Excel, Power BI, and Data Analytics.</a:t>
            </a:r>
            <a:endParaRPr lang="en-IN" sz="2400" b="1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  <a:p>
            <a:pPr lvl="0">
              <a:buSzPts val="2400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LinkedIn and GitHub profile URLs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https://www.linkedin.com/in/kannegantisravika/</a:t>
            </a:r>
            <a:r>
              <a:rPr lang="en-IN" sz="2400" dirty="0">
                <a:solidFill>
                  <a:schemeClr val="dk1"/>
                </a:solidFill>
                <a:ea typeface="Calibri"/>
                <a:sym typeface="Calibri"/>
              </a:rPr>
              <a:t>]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GitHub [https://github.com/KannegantiSravikaChowdary]</a:t>
            </a:r>
            <a:endParaRPr lang="en-IN" sz="2400">
              <a:solidFill>
                <a:schemeClr val="dk1"/>
              </a:solidFill>
              <a:ea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67356" y="2260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lang="en-IN" sz="3200" b="0" i="0" u="none" strike="noStrike" cap="none">
              <a:solidFill>
                <a:srgbClr val="FF0000"/>
              </a:solidFill>
              <a:latin typeface="Lato Black"/>
              <a:ea typeface="Lato Black"/>
              <a:cs typeface="Lato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708725" y="1030547"/>
            <a:ext cx="10265079" cy="54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Project Overview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Scenario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Objectives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 &amp; Database Overview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475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>
                <a:latin typeface="Times New Roman"/>
                <a:ea typeface="Arial"/>
                <a:cs typeface="Times New Roman"/>
                <a:sym typeface="Arial"/>
              </a:rPr>
              <a:t>ER Diagram &amp; Database Structure</a:t>
            </a:r>
            <a:endParaRPr lang="en-US" sz="2300" b="1">
              <a:latin typeface="Times New Roman"/>
              <a:ea typeface="Arial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300" b="1">
                <a:latin typeface="Times New Roman"/>
                <a:cs typeface="Times New Roman"/>
              </a:rPr>
              <a:t>Key Analysis Questions</a:t>
            </a:r>
          </a:p>
          <a:p>
            <a:pPr>
              <a:buFont typeface="Wingdings"/>
              <a:buChar char="Ø"/>
            </a:pPr>
            <a:r>
              <a:rPr lang="en-US" sz="2300" b="1">
                <a:solidFill>
                  <a:schemeClr val="tx1"/>
                </a:solidFill>
                <a:latin typeface="Times New Roman"/>
                <a:cs typeface="Times New Roman"/>
              </a:rPr>
              <a:t>Sample SQL Queries</a:t>
            </a:r>
            <a:endParaRPr lang="en-US" sz="23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sz="2300" b="1">
                <a:solidFill>
                  <a:schemeClr val="tx1"/>
                </a:solidFill>
                <a:latin typeface="Segoe UI"/>
                <a:cs typeface="Segoe UI"/>
              </a:rPr>
              <a:t>Learning Experience</a:t>
            </a:r>
          </a:p>
          <a:p>
            <a:pPr marL="85725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None/>
            </a:pP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Wingdings" panose="05000000000000000000" pitchFamily="2" charset="2"/>
              <a:buChar char="Ø"/>
            </a:pPr>
            <a: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br>
              <a:rPr lang="en-US" sz="23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lang="en-US" sz="23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1ED1-9DB8-297B-0856-5446381A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FF516-8E8E-E361-0197-44FFC7D4B505}"/>
              </a:ext>
            </a:extLst>
          </p:cNvPr>
          <p:cNvSpPr txBox="1"/>
          <p:nvPr/>
        </p:nvSpPr>
        <p:spPr>
          <a:xfrm>
            <a:off x="1242165" y="1967631"/>
            <a:ext cx="1002082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Times New Roman"/>
                <a:ea typeface="Segoe UI"/>
                <a:cs typeface="Times New Roman"/>
              </a:rPr>
              <a:t>The Food Delivery Management platform connects customers with restaurants and enables online food ordering, payments, and delivery services.</a:t>
            </a:r>
            <a:endParaRPr lang="en-US"/>
          </a:p>
          <a:p>
            <a:pPr marL="457200" indent="-457200">
              <a:buFont typeface="Wingdings"/>
              <a:buChar char="Ø"/>
            </a:pPr>
            <a:endParaRPr lang="en-US" sz="2800" dirty="0">
              <a:latin typeface="Times New Roman"/>
              <a:ea typeface="Segoe UI"/>
              <a:cs typeface="Times New Roman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Times New Roman"/>
                <a:ea typeface="Segoe UI"/>
                <a:cs typeface="Times New Roman"/>
              </a:rPr>
              <a:t>This project focuses on analyzing customer behavior, restaurant performance, order patterns, payment outcomes, delivery efficiency, and menu-item demand using MySQL.</a:t>
            </a:r>
          </a:p>
          <a:p>
            <a:pPr marL="457200" indent="-457200">
              <a:buFont typeface="Wingdings"/>
              <a:buChar char="Ø"/>
            </a:pPr>
            <a:endParaRPr lang="en-US" sz="2800" b="0" i="0" dirty="0">
              <a:latin typeface="Times New Roman"/>
              <a:ea typeface="Segoe UI"/>
              <a:cs typeface="Times New Roman"/>
            </a:endParaRPr>
          </a:p>
          <a:p>
            <a:pPr marL="457200" indent="-457200" algn="ctr">
              <a:buFont typeface="Wingdings"/>
              <a:buChar char="Ø"/>
            </a:pP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813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9465-A14D-963F-CC39-5A9FD793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638" y="365125"/>
            <a:ext cx="10505162" cy="219098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  <a:endParaRPr lang="en-US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2184D-8650-FC5E-5159-87FCF6E3E2D0}"/>
              </a:ext>
            </a:extLst>
          </p:cNvPr>
          <p:cNvSpPr txBox="1"/>
          <p:nvPr/>
        </p:nvSpPr>
        <p:spPr>
          <a:xfrm>
            <a:off x="846832" y="1858898"/>
            <a:ext cx="10610829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>
                <a:latin typeface="Times New Roman"/>
                <a:cs typeface="Times New Roman"/>
              </a:rPr>
              <a:t>The platform generates large volumes of data related to:</a:t>
            </a:r>
            <a:endParaRPr lang="en-US"/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Customers</a:t>
            </a:r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Restaurants</a:t>
            </a:r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Menu Items</a:t>
            </a:r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Orders</a:t>
            </a:r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Payments</a:t>
            </a:r>
          </a:p>
          <a:p>
            <a:pPr marL="457200" lvl="1">
              <a:buFont typeface="Arial" panose="05000000000000000000" pitchFamily="2" charset="2"/>
              <a:buChar char="•"/>
            </a:pPr>
            <a:r>
              <a:rPr lang="en-IN" sz="2400">
                <a:latin typeface="Times New Roman"/>
                <a:cs typeface="Times New Roman"/>
              </a:rPr>
              <a:t>Deliveries</a:t>
            </a:r>
          </a:p>
          <a:p>
            <a:pPr marL="457200" lvl="1">
              <a:buFont typeface="Arial" panose="05000000000000000000" pitchFamily="2" charset="2"/>
              <a:buChar char="•"/>
            </a:pPr>
            <a:endParaRPr lang="en-IN" sz="2400" dirty="0">
              <a:latin typeface="Times New Roman"/>
              <a:cs typeface="Times New Roman"/>
            </a:endParaRPr>
          </a:p>
          <a:p>
            <a:r>
              <a:rPr lang="en-IN" sz="2400">
                <a:latin typeface="Times New Roman"/>
                <a:cs typeface="Times New Roman"/>
              </a:rPr>
              <a:t>Management wants to transform this raw data into meaningful business insights to support operational and strategic decision-making.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1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41F8-A23C-1F13-7F0C-40A3851E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68BE3-8B4A-2486-B3B0-1D93DB9B1966}"/>
              </a:ext>
            </a:extLst>
          </p:cNvPr>
          <p:cNvSpPr txBox="1"/>
          <p:nvPr/>
        </p:nvSpPr>
        <p:spPr>
          <a:xfrm>
            <a:off x="838201" y="1982450"/>
            <a:ext cx="1073150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Understand customer </a:t>
            </a:r>
            <a:r>
              <a:rPr lang="en-IN" sz="2400" dirty="0" err="1">
                <a:latin typeface="Times New Roman"/>
                <a:cs typeface="Times New Roman"/>
              </a:rPr>
              <a:t>behavior</a:t>
            </a:r>
            <a:r>
              <a:rPr lang="en-IN" sz="2400" dirty="0">
                <a:latin typeface="Times New Roman"/>
                <a:cs typeface="Times New Roman"/>
              </a:rPr>
              <a:t> and engagement</a:t>
            </a:r>
            <a:endParaRPr lang="en-IN" sz="2400">
              <a:latin typeface="Times New Roman"/>
              <a:cs typeface="Times New Roman"/>
            </a:endParaRPr>
          </a:p>
          <a:p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Evaluate restaurant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/>
                <a:cs typeface="Times New Roman"/>
              </a:rPr>
              <a:t>Analyze</a:t>
            </a:r>
            <a:r>
              <a:rPr lang="en-IN" sz="2400" dirty="0">
                <a:latin typeface="Times New Roman"/>
                <a:cs typeface="Times New Roman"/>
              </a:rPr>
              <a:t> order patterns and trends</a:t>
            </a:r>
            <a:endParaRPr lang="en-IN" sz="240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Assess payment and delivery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Identify high-demand menu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Generate business recommendations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510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A736-9FF7-0C24-5A44-DC4BB93B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1454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Database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6AD42-CEFA-69E3-CFBE-22FFF4A3FA6E}"/>
              </a:ext>
            </a:extLst>
          </p:cNvPr>
          <p:cNvSpPr txBox="1"/>
          <p:nvPr/>
        </p:nvSpPr>
        <p:spPr>
          <a:xfrm>
            <a:off x="838200" y="1716308"/>
            <a:ext cx="1089660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IN" sz="2000">
                <a:solidFill>
                  <a:srgbClr val="FF0000"/>
                </a:solidFill>
                <a:latin typeface="Times New Roman"/>
                <a:cs typeface="Times New Roman"/>
              </a:rPr>
              <a:t> Dataset Summary</a:t>
            </a:r>
            <a:endParaRPr lang="en-US"/>
          </a:p>
          <a:p>
            <a:pPr marL="457200" lvl="0" indent="-457200">
              <a:buFont typeface="Wingdings"/>
              <a:buChar char="Ø"/>
            </a:pPr>
            <a:endParaRPr lang="en-IN" sz="2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IN" sz="24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E792A-26D2-2C44-DD78-2F2F66B0D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09" y="2369442"/>
            <a:ext cx="6574208" cy="2828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27A6A4-55BE-864C-55D3-419955582074}"/>
              </a:ext>
            </a:extLst>
          </p:cNvPr>
          <p:cNvSpPr txBox="1"/>
          <p:nvPr/>
        </p:nvSpPr>
        <p:spPr>
          <a:xfrm>
            <a:off x="8333397" y="1674327"/>
            <a:ext cx="30166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b="0" i="0">
                <a:solidFill>
                  <a:srgbClr val="FF0000"/>
                </a:solidFill>
                <a:latin typeface="Times New Roman"/>
                <a:ea typeface="Segoe UI"/>
                <a:cs typeface="Times New Roman"/>
              </a:rPr>
              <a:t>Database Components</a:t>
            </a:r>
            <a:endParaRPr lang="en-US"/>
          </a:p>
          <a:p>
            <a:pPr marL="342900" indent="-342900" algn="ctr">
              <a:buFont typeface="Wingdings"/>
              <a:buChar char="Ø"/>
            </a:pPr>
            <a:endParaRPr lang="en-US"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70AE2-05C2-BA7C-237E-4757A0170503}"/>
              </a:ext>
            </a:extLst>
          </p:cNvPr>
          <p:cNvSpPr txBox="1"/>
          <p:nvPr/>
        </p:nvSpPr>
        <p:spPr>
          <a:xfrm>
            <a:off x="8799534" y="2406041"/>
            <a:ext cx="254695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0" i="0">
                <a:latin typeface="Times New Roman"/>
                <a:ea typeface="Segoe UI"/>
                <a:cs typeface="Times New Roman"/>
              </a:rPr>
              <a:t>5 Tables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b="0" i="0">
                <a:latin typeface="Times New Roman"/>
                <a:ea typeface="Segoe UI"/>
                <a:cs typeface="Times New Roman"/>
              </a:rPr>
              <a:t>Primary Keys</a:t>
            </a:r>
          </a:p>
          <a:p>
            <a:pPr marL="342900" indent="-342900">
              <a:buFont typeface="Arial"/>
              <a:buChar char="•"/>
            </a:pPr>
            <a:r>
              <a:rPr lang="en-US" sz="2400" b="0" i="0">
                <a:latin typeface="Times New Roman"/>
                <a:ea typeface="Segoe UI"/>
                <a:cs typeface="Times New Roman"/>
              </a:rPr>
              <a:t>Foreign Keys</a:t>
            </a:r>
          </a:p>
          <a:p>
            <a:pPr marL="342900" indent="-342900">
              <a:buFont typeface="Arial"/>
              <a:buChar char="•"/>
            </a:pPr>
            <a:r>
              <a:rPr lang="en-US" sz="2400" b="0" i="0">
                <a:latin typeface="Times New Roman"/>
                <a:ea typeface="Segoe UI"/>
                <a:cs typeface="Times New Roman"/>
              </a:rPr>
              <a:t>One-to-Many Relationships</a:t>
            </a:r>
          </a:p>
          <a:p>
            <a:pPr marL="342900" indent="-342900">
              <a:buFont typeface="Arial"/>
              <a:buChar char="•"/>
            </a:pPr>
            <a:endParaRPr lang="en-US" sz="2400" b="0" i="0" dirty="0">
              <a:latin typeface="Times New Roman"/>
              <a:ea typeface="Segoe UI"/>
              <a:cs typeface="Times New Roman"/>
            </a:endParaRPr>
          </a:p>
          <a:p>
            <a:pPr marL="342900" indent="-342900" algn="ctr">
              <a:buFont typeface="Arial"/>
              <a:buChar char="•"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9450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A6F7-50EC-FFA0-38FC-2B7B857D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40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&amp; Database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24233-F054-F613-056A-C9DA91DD3C0F}"/>
              </a:ext>
            </a:extLst>
          </p:cNvPr>
          <p:cNvSpPr txBox="1"/>
          <p:nvPr/>
        </p:nvSpPr>
        <p:spPr>
          <a:xfrm>
            <a:off x="608556" y="1205023"/>
            <a:ext cx="4711806" cy="57554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>
                <a:latin typeface="Times New Roman"/>
                <a:cs typeface="Times New Roman"/>
              </a:rPr>
              <a:t>Customers</a:t>
            </a:r>
            <a:endParaRPr lang="en-US" sz="160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Stores customer details, contact information, location, </a:t>
            </a:r>
            <a:r>
              <a:rPr lang="en-IN" sz="1600" dirty="0">
                <a:latin typeface="Times New Roman"/>
                <a:cs typeface="Times New Roman"/>
              </a:rPr>
              <a:t>registration date, and preferred payment method.</a:t>
            </a:r>
          </a:p>
          <a:p>
            <a:r>
              <a:rPr lang="en-IN" sz="1600" b="1">
                <a:latin typeface="Times New Roman"/>
                <a:cs typeface="Times New Roman"/>
              </a:rPr>
              <a:t>Restaurants</a:t>
            </a:r>
            <a:endParaRPr lang="en-IN" sz="1600" dirty="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Stores restaurant details, cuisine type, location, ratings, </a:t>
            </a:r>
            <a:r>
              <a:rPr lang="en-IN" sz="1600" dirty="0">
                <a:latin typeface="Times New Roman"/>
                <a:cs typeface="Times New Roman"/>
              </a:rPr>
              <a:t>price range, and operating status.</a:t>
            </a:r>
          </a:p>
          <a:p>
            <a:r>
              <a:rPr lang="en-IN" sz="1600" b="1">
                <a:latin typeface="Times New Roman"/>
                <a:cs typeface="Times New Roman"/>
              </a:rPr>
              <a:t>Menu Items</a:t>
            </a:r>
            <a:endParaRPr lang="en-IN" sz="1600" dirty="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Stores menu item details including category, cuisine </a:t>
            </a:r>
            <a:r>
              <a:rPr lang="en-IN" sz="1600" dirty="0">
                <a:latin typeface="Times New Roman"/>
                <a:cs typeface="Times New Roman"/>
              </a:rPr>
              <a:t>type, price, preparation time, and availability.</a:t>
            </a:r>
          </a:p>
          <a:p>
            <a:r>
              <a:rPr lang="en-IN" sz="1600" b="1">
                <a:latin typeface="Times New Roman"/>
                <a:cs typeface="Times New Roman"/>
              </a:rPr>
              <a:t>Orders</a:t>
            </a:r>
            <a:endParaRPr lang="en-IN" sz="1600" dirty="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Stores order information such as customer, restaurant, </a:t>
            </a:r>
            <a:r>
              <a:rPr lang="en-IN" sz="1600" dirty="0">
                <a:latin typeface="Times New Roman"/>
                <a:cs typeface="Times New Roman"/>
              </a:rPr>
              <a:t>payment details, order status, delivery status, discounts, and total amount.</a:t>
            </a:r>
          </a:p>
          <a:p>
            <a:r>
              <a:rPr lang="en-IN" sz="1600" b="1">
                <a:latin typeface="Times New Roman"/>
                <a:cs typeface="Times New Roman"/>
              </a:rPr>
              <a:t>Order Items</a:t>
            </a:r>
            <a:endParaRPr lang="en-IN" sz="1600" dirty="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Stores individual items ordered, quantity, unit price, </a:t>
            </a:r>
            <a:r>
              <a:rPr lang="en-IN" sz="1600" dirty="0">
                <a:latin typeface="Times New Roman"/>
                <a:cs typeface="Times New Roman"/>
              </a:rPr>
              <a:t>subtotal, and item status.</a:t>
            </a:r>
          </a:p>
          <a:p>
            <a:r>
              <a:rPr lang="en-IN" sz="1600" b="1">
                <a:latin typeface="Times New Roman"/>
                <a:cs typeface="Times New Roman"/>
              </a:rPr>
              <a:t>Relationships</a:t>
            </a:r>
            <a:endParaRPr lang="en-IN" sz="1600" dirty="0">
              <a:latin typeface="Times New Roman"/>
              <a:cs typeface="Times New Roman"/>
            </a:endParaRPr>
          </a:p>
          <a:p>
            <a:r>
              <a:rPr lang="en-IN" sz="1600">
                <a:latin typeface="Times New Roman"/>
                <a:cs typeface="Times New Roman"/>
              </a:rPr>
              <a:t>The tables are connected using </a:t>
            </a:r>
            <a:r>
              <a:rPr lang="en-IN" sz="1600" b="1" dirty="0">
                <a:latin typeface="Times New Roman"/>
                <a:cs typeface="Times New Roman"/>
              </a:rPr>
              <a:t>Primary Keys</a:t>
            </a:r>
            <a:r>
              <a:rPr lang="en-IN" sz="1600" dirty="0">
                <a:latin typeface="Times New Roman"/>
                <a:cs typeface="Times New Roman"/>
              </a:rPr>
              <a:t> and </a:t>
            </a:r>
            <a:r>
              <a:rPr lang="en-IN" sz="1600" b="1" dirty="0">
                <a:latin typeface="Times New Roman"/>
                <a:cs typeface="Times New Roman"/>
              </a:rPr>
              <a:t>Foreign Keys</a:t>
            </a:r>
            <a:r>
              <a:rPr lang="en-IN" sz="1600" dirty="0">
                <a:latin typeface="Times New Roman"/>
                <a:cs typeface="Times New Roman"/>
              </a:rPr>
              <a:t> to maintain data consistency and establish </a:t>
            </a:r>
            <a:r>
              <a:rPr lang="en-IN" sz="1600">
                <a:latin typeface="Segoe UI"/>
                <a:cs typeface="Segoe UI"/>
              </a:rPr>
              <a:t>relationships between customers, restaurants, orders, and menu items.</a:t>
            </a:r>
          </a:p>
          <a:p>
            <a:endParaRPr lang="en-IN" sz="1600" dirty="0">
              <a:latin typeface="Times New Roman"/>
              <a:cs typeface="Times New Roman"/>
            </a:endParaRP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B0E7B-EBC7-3506-0537-8722F736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798" y="1200411"/>
            <a:ext cx="6371801" cy="46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3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631B-F200-77EA-55BD-AD25C1CF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347F6-9716-4E4B-9E03-2515C5301478}"/>
              </a:ext>
            </a:extLst>
          </p:cNvPr>
          <p:cNvSpPr txBox="1"/>
          <p:nvPr/>
        </p:nvSpPr>
        <p:spPr>
          <a:xfrm>
            <a:off x="1252603" y="1330890"/>
            <a:ext cx="10500985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400" b="1" i="0">
                <a:latin typeface="Segoe UI"/>
                <a:ea typeface="Segoe UI"/>
                <a:cs typeface="Segoe UI"/>
              </a:rPr>
              <a:t>Customer Analysis</a:t>
            </a:r>
            <a:endParaRPr lang="en-US"/>
          </a:p>
          <a:p>
            <a:r>
              <a:rPr lang="en-US" sz="2400">
                <a:latin typeface="Segoe UI"/>
                <a:ea typeface="Segoe UI"/>
                <a:cs typeface="Segoe UI"/>
              </a:rPr>
              <a:t>     </a:t>
            </a:r>
            <a:r>
              <a:rPr lang="en-US" sz="2400" b="0" i="0">
                <a:latin typeface="Segoe UI"/>
                <a:ea typeface="Segoe UI"/>
                <a:cs typeface="Segoe UI"/>
              </a:rPr>
              <a:t>How are customers distributed across customer groups?</a:t>
            </a:r>
          </a:p>
          <a:p>
            <a:pPr marL="457200" lvl="1"/>
            <a:r>
              <a:rPr lang="en-US" sz="2400" b="0" i="0">
                <a:latin typeface="Segoe UI"/>
                <a:ea typeface="Segoe UI"/>
                <a:cs typeface="Segoe UI"/>
              </a:rPr>
              <a:t>Which customers generate the highest revenue?</a:t>
            </a:r>
            <a:endParaRPr lang="en-US" sz="2400" b="0" i="0" dirty="0">
              <a:latin typeface="Segoe UI"/>
              <a:ea typeface="Segoe UI"/>
              <a:cs typeface="Segoe UI"/>
            </a:endParaRPr>
          </a:p>
          <a:p>
            <a:pPr marL="800100" lvl="1" indent="-342900">
              <a:buFont typeface="Wingdings"/>
              <a:buChar char="Ø"/>
            </a:pPr>
            <a:endParaRPr lang="en-US" sz="2400" dirty="0">
              <a:latin typeface="Segoe UI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b="1" i="0">
                <a:latin typeface="Segoe UI"/>
                <a:ea typeface="Segoe UI"/>
                <a:cs typeface="Segoe UI"/>
              </a:rPr>
              <a:t>Restaurant </a:t>
            </a:r>
            <a:r>
              <a:rPr lang="en-US" sz="2400" b="1">
                <a:latin typeface="Segoe UI"/>
                <a:ea typeface="Segoe UI"/>
                <a:cs typeface="Segoe UI"/>
              </a:rPr>
              <a:t>Analysis</a:t>
            </a:r>
          </a:p>
          <a:p>
            <a:r>
              <a:rPr lang="en-US" sz="2400">
                <a:latin typeface="Segoe UI"/>
                <a:ea typeface="Segoe UI"/>
                <a:cs typeface="Segoe UI"/>
              </a:rPr>
              <a:t>     Which cuisines and restaurants perform best?</a:t>
            </a:r>
            <a:endParaRPr lang="en-US"/>
          </a:p>
          <a:p>
            <a:pPr marL="342900" indent="-342900">
              <a:buFont typeface="Wingdings"/>
              <a:buChar char="Ø"/>
            </a:pPr>
            <a:endParaRPr lang="en-US" sz="2400" dirty="0">
              <a:latin typeface="Segoe UI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b="1" i="0">
                <a:latin typeface="Segoe UI"/>
                <a:ea typeface="Segoe UI"/>
                <a:cs typeface="Segoe UI"/>
              </a:rPr>
              <a:t>Order Analysis</a:t>
            </a:r>
          </a:p>
          <a:p>
            <a:r>
              <a:rPr lang="en-US" sz="2400">
                <a:latin typeface="Segoe UI"/>
                <a:ea typeface="Segoe UI"/>
                <a:cs typeface="Segoe UI"/>
              </a:rPr>
              <a:t>    How do order patterns change over time?</a:t>
            </a:r>
            <a:endParaRPr lang="en-US" sz="2400" b="0" i="0" dirty="0">
              <a:latin typeface="Segoe UI"/>
              <a:ea typeface="Segoe UI"/>
              <a:cs typeface="Segoe UI"/>
            </a:endParaRPr>
          </a:p>
          <a:p>
            <a:endParaRPr lang="en-US" sz="2400" dirty="0">
              <a:latin typeface="Segoe UI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b="1" i="0">
                <a:latin typeface="Segoe UI"/>
                <a:ea typeface="Segoe UI"/>
                <a:cs typeface="Segoe UI"/>
              </a:rPr>
              <a:t>Payment &amp; Delivery Analysis</a:t>
            </a:r>
          </a:p>
          <a:p>
            <a:r>
              <a:rPr lang="en-US" sz="2400">
                <a:latin typeface="Segoe UI"/>
                <a:ea typeface="Segoe UI"/>
                <a:cs typeface="Segoe UI"/>
              </a:rPr>
              <a:t>    </a:t>
            </a:r>
            <a:r>
              <a:rPr lang="en-US" sz="2400" b="0" i="0">
                <a:latin typeface="Segoe UI"/>
                <a:ea typeface="Segoe UI"/>
                <a:cs typeface="Segoe UI"/>
              </a:rPr>
              <a:t>How effective are payment and delivery operations?</a:t>
            </a:r>
            <a:endParaRPr lang="en-US" sz="2400" b="0" i="0" dirty="0">
              <a:latin typeface="Segoe UI"/>
              <a:ea typeface="Segoe UI"/>
              <a:cs typeface="Segoe UI"/>
            </a:endParaRPr>
          </a:p>
          <a:p>
            <a:endParaRPr lang="en-US" sz="2400" dirty="0">
              <a:latin typeface="Segoe UI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 b="1" i="0">
                <a:latin typeface="Segoe UI"/>
                <a:ea typeface="Segoe UI"/>
                <a:cs typeface="Segoe UI"/>
              </a:rPr>
              <a:t>Product Analysis</a:t>
            </a:r>
          </a:p>
          <a:p>
            <a:r>
              <a:rPr lang="en-US" sz="2400">
                <a:latin typeface="Segoe UI"/>
                <a:ea typeface="Segoe UI"/>
                <a:cs typeface="Segoe UI"/>
              </a:rPr>
              <a:t>    </a:t>
            </a:r>
            <a:r>
              <a:rPr lang="en-US" sz="2400" b="0" i="0">
                <a:latin typeface="Segoe UI"/>
                <a:ea typeface="Segoe UI"/>
                <a:cs typeface="Segoe UI"/>
              </a:rPr>
              <a:t>Which menu items drive customer demand?</a:t>
            </a:r>
            <a:endParaRPr lang="en-US" sz="2400" b="0" i="0" dirty="0">
              <a:latin typeface="Segoe UI"/>
              <a:ea typeface="Segoe UI"/>
              <a:cs typeface="Segoe UI"/>
            </a:endParaRPr>
          </a:p>
          <a:p>
            <a:pPr marL="342900" indent="-342900">
              <a:buFont typeface="Wingdings"/>
              <a:buChar char="Ø"/>
            </a:pPr>
            <a:endParaRPr lang="en-US" sz="2400" b="0" i="0" dirty="0">
              <a:latin typeface="Segoe UI"/>
              <a:ea typeface="Segoe UI"/>
              <a:cs typeface="Segoe UI"/>
            </a:endParaRPr>
          </a:p>
          <a:p>
            <a:pPr marL="342900" indent="-342900" algn="ctr">
              <a:buFont typeface="Wingdings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0033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14020-1331-C488-228D-37F02DBD93DE}"/>
              </a:ext>
            </a:extLst>
          </p:cNvPr>
          <p:cNvSpPr txBox="1"/>
          <p:nvPr/>
        </p:nvSpPr>
        <p:spPr>
          <a:xfrm>
            <a:off x="574110" y="540180"/>
            <a:ext cx="856989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>
                <a:solidFill>
                  <a:srgbClr val="E02B2B"/>
                </a:solidFill>
                <a:latin typeface="Times New Roman"/>
                <a:ea typeface="Segoe UI"/>
                <a:cs typeface="Times New Roman"/>
              </a:rPr>
              <a:t>Sample SQL Queries</a:t>
            </a:r>
          </a:p>
          <a:p>
            <a:pPr algn="ctr"/>
            <a:endParaRPr lang="en-US" sz="2800" b="1" dirty="0">
              <a:solidFill>
                <a:srgbClr val="E02B2B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B2CB6-70A0-F886-15E8-3B4F9D92F05A}"/>
              </a:ext>
            </a:extLst>
          </p:cNvPr>
          <p:cNvSpPr txBox="1"/>
          <p:nvPr/>
        </p:nvSpPr>
        <p:spPr>
          <a:xfrm>
            <a:off x="720247" y="1289137"/>
            <a:ext cx="39561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0">
                <a:solidFill>
                  <a:srgbClr val="FF0000"/>
                </a:solidFill>
                <a:latin typeface="Times New Roman"/>
                <a:ea typeface="Segoe UI"/>
                <a:cs typeface="Times New Roman"/>
              </a:rPr>
              <a:t>Customer Status Analysis</a:t>
            </a:r>
          </a:p>
          <a:p>
            <a:pPr algn="ctr"/>
            <a:endParaRPr lang="en-US"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5A552-A4F5-08BA-3349-44BF5CB8A031}"/>
              </a:ext>
            </a:extLst>
          </p:cNvPr>
          <p:cNvSpPr txBox="1"/>
          <p:nvPr/>
        </p:nvSpPr>
        <p:spPr>
          <a:xfrm>
            <a:off x="1450932" y="1998946"/>
            <a:ext cx="7693068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select</a:t>
            </a:r>
            <a:r>
              <a:rPr lang="en-US" sz="2400" dirty="0"/>
              <a:t> </a:t>
            </a:r>
            <a:r>
              <a:rPr lang="en-US" sz="2400" dirty="0" err="1"/>
              <a:t>customer_status</a:t>
            </a:r>
            <a:r>
              <a:rPr lang="en-US" sz="2400" dirty="0"/>
              <a:t>,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26385"/>
                </a:solidFill>
              </a:rPr>
              <a:t>count(*) </a:t>
            </a:r>
            <a:r>
              <a:rPr lang="en-US" sz="2400" dirty="0">
                <a:solidFill>
                  <a:srgbClr val="00B0F0"/>
                </a:solidFill>
              </a:rPr>
              <a:t>as</a:t>
            </a:r>
            <a:r>
              <a:rPr lang="en-US" sz="2400" dirty="0"/>
              <a:t> </a:t>
            </a:r>
            <a:r>
              <a:rPr lang="en-US" sz="2400" dirty="0" err="1"/>
              <a:t>total_customers</a:t>
            </a:r>
            <a:endParaRPr lang="en-US" sz="2400"/>
          </a:p>
          <a:p>
            <a:endParaRPr lang="en-US" sz="2400" dirty="0"/>
          </a:p>
          <a:p>
            <a:r>
              <a:rPr lang="en-US" sz="2400">
                <a:solidFill>
                  <a:srgbClr val="00B0F0"/>
                </a:solidFill>
              </a:rPr>
              <a:t>from</a:t>
            </a:r>
            <a:r>
              <a:rPr lang="en-US" sz="2400"/>
              <a:t> customers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00B0F0"/>
                </a:solidFill>
              </a:rPr>
              <a:t>group by</a:t>
            </a:r>
            <a:r>
              <a:rPr lang="en-US" sz="2400" dirty="0"/>
              <a:t> </a:t>
            </a:r>
            <a:r>
              <a:rPr lang="en-US" sz="2400" dirty="0" err="1"/>
              <a:t>customer_status</a:t>
            </a:r>
            <a:r>
              <a:rPr lang="en-US" sz="2400" dirty="0"/>
              <a:t> ;</a:t>
            </a:r>
          </a:p>
          <a:p>
            <a:pPr algn="ctr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049C9-752D-0D67-0462-9E55CDA2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79" y="2272364"/>
            <a:ext cx="6496050" cy="1457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56CC6-84C4-BE98-61EF-547ED885FCF9}"/>
              </a:ext>
            </a:extLst>
          </p:cNvPr>
          <p:cNvSpPr txBox="1"/>
          <p:nvPr/>
        </p:nvSpPr>
        <p:spPr>
          <a:xfrm>
            <a:off x="7797452" y="1727549"/>
            <a:ext cx="219205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sng">
                <a:latin typeface="Segoe UI"/>
                <a:ea typeface="Segoe UI"/>
                <a:cs typeface="Segoe UI"/>
              </a:rPr>
              <a:t>Output</a:t>
            </a:r>
          </a:p>
          <a:p>
            <a:pPr algn="ctr"/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44266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15E5-F993-1E3A-54EB-6B7F09BB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solidFill>
                  <a:srgbClr val="FF0000"/>
                </a:solidFill>
                <a:latin typeface="Segoe UI"/>
                <a:cs typeface="Segoe UI"/>
              </a:rPr>
              <a:t>Query 2: Popular Cuisine Analysis</a:t>
            </a:r>
            <a:endParaRPr lang="en-US" sz="200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3EDB1-5BC9-BB50-3CD0-6146307B7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00B0F0"/>
                </a:solidFill>
              </a:rPr>
              <a:t>select </a:t>
            </a:r>
            <a:r>
              <a:rPr lang="en-US" dirty="0" err="1"/>
              <a:t>r.cuisine_type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>
                <a:solidFill>
                  <a:srgbClr val="F26385"/>
                </a:solidFill>
              </a:rPr>
              <a:t>count</a:t>
            </a:r>
            <a:r>
              <a:rPr lang="en-US" dirty="0"/>
              <a:t>(</a:t>
            </a:r>
            <a:r>
              <a:rPr lang="en-US" dirty="0" err="1"/>
              <a:t>o.order_id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pPr marL="114300" indent="0">
              <a:buNone/>
            </a:pPr>
            <a:r>
              <a:rPr lang="en-US">
                <a:solidFill>
                  <a:srgbClr val="00B0F0"/>
                </a:solidFill>
              </a:rPr>
              <a:t>from</a:t>
            </a:r>
            <a:r>
              <a:rPr lang="en-US"/>
              <a:t> restaurants r</a:t>
            </a:r>
          </a:p>
          <a:p>
            <a:pPr marL="114300" indent="0">
              <a:buNone/>
            </a:pPr>
            <a:r>
              <a:rPr lang="en-US">
                <a:solidFill>
                  <a:srgbClr val="00B0F0"/>
                </a:solidFill>
              </a:rPr>
              <a:t>join</a:t>
            </a:r>
            <a:r>
              <a:rPr lang="en-US"/>
              <a:t> orders o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B0F0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r.restaurant_id</a:t>
            </a:r>
            <a:r>
              <a:rPr lang="en-US" dirty="0"/>
              <a:t>=</a:t>
            </a:r>
            <a:r>
              <a:rPr lang="en-US" dirty="0" err="1"/>
              <a:t>o.restaurant_id</a:t>
            </a:r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00B0F0"/>
                </a:solidFill>
              </a:rPr>
              <a:t>group by</a:t>
            </a:r>
            <a:r>
              <a:rPr lang="en-US" dirty="0"/>
              <a:t> </a:t>
            </a:r>
            <a:r>
              <a:rPr lang="en-US" dirty="0" err="1"/>
              <a:t>r.cuisine_type</a:t>
            </a:r>
            <a:r>
              <a:rPr lang="en-US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269A7-18F8-4FC2-ABE3-0A4F05984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99" y="2226959"/>
            <a:ext cx="5581259" cy="2905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1F82EB-C7BA-F577-BCF1-0AA86BB36379}"/>
              </a:ext>
            </a:extLst>
          </p:cNvPr>
          <p:cNvSpPr txBox="1"/>
          <p:nvPr/>
        </p:nvSpPr>
        <p:spPr>
          <a:xfrm>
            <a:off x="8277616" y="1497904"/>
            <a:ext cx="223380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sng">
                <a:latin typeface="Segoe UI"/>
                <a:ea typeface="Segoe UI"/>
                <a:cs typeface="Segoe UI"/>
              </a:rPr>
              <a:t>Output</a:t>
            </a:r>
          </a:p>
          <a:p>
            <a:pPr algn="ctr"/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55572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174C-59FB-171B-9CB4-F2C985A1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srgbClr val="FF0000"/>
                </a:solidFill>
                <a:latin typeface="Segoe UI"/>
                <a:cs typeface="Segoe UI"/>
              </a:rPr>
              <a:t>Query 3: Payment Success Analysis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A0C9D-8142-6F81-B820-7262A06D6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00B0F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payment_status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>
                <a:solidFill>
                  <a:srgbClr val="F26385"/>
                </a:solidFill>
              </a:rPr>
              <a:t>count(*)</a:t>
            </a:r>
            <a:r>
              <a:rPr lang="en-US" dirty="0"/>
              <a:t> as </a:t>
            </a:r>
            <a:r>
              <a:rPr lang="en-US" dirty="0" err="1"/>
              <a:t>total_orders</a:t>
            </a:r>
          </a:p>
          <a:p>
            <a:pPr marL="114300" indent="0">
              <a:buNone/>
            </a:pPr>
            <a:r>
              <a:rPr lang="en-US">
                <a:solidFill>
                  <a:srgbClr val="00B0F0"/>
                </a:solidFill>
              </a:rPr>
              <a:t>from</a:t>
            </a:r>
            <a:r>
              <a:rPr lang="en-US"/>
              <a:t> orders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B0F0"/>
                </a:solidFill>
              </a:rPr>
              <a:t>group by</a:t>
            </a:r>
            <a:r>
              <a:rPr lang="en-US" dirty="0"/>
              <a:t> </a:t>
            </a:r>
            <a:r>
              <a:rPr lang="en-US" dirty="0" err="1"/>
              <a:t>payment_status</a:t>
            </a:r>
            <a:r>
              <a:rPr lang="en-US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07D29-C32E-B2E2-634E-886784754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393" y="3234651"/>
            <a:ext cx="6348609" cy="1933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DC9F3B-1FC3-BA06-3142-CA964465ED7D}"/>
              </a:ext>
            </a:extLst>
          </p:cNvPr>
          <p:cNvSpPr txBox="1"/>
          <p:nvPr/>
        </p:nvSpPr>
        <p:spPr>
          <a:xfrm>
            <a:off x="7108520" y="2708754"/>
            <a:ext cx="203548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1" i="0" u="sng" baseline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Output</a:t>
            </a:r>
            <a:r>
              <a:rPr lang="en-US" sz="24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2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27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3B83-0B34-AFC6-BEB7-96761BCC1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DC54B-C23C-7069-CE51-996D4431DEC0}"/>
              </a:ext>
            </a:extLst>
          </p:cNvPr>
          <p:cNvSpPr txBox="1"/>
          <p:nvPr/>
        </p:nvSpPr>
        <p:spPr>
          <a:xfrm>
            <a:off x="835070" y="1247385"/>
            <a:ext cx="9415396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>
                <a:latin typeface="Times New Roman"/>
                <a:ea typeface="Segoe UI"/>
                <a:cs typeface="Times New Roman"/>
              </a:rPr>
              <a:t>Customer Insights</a:t>
            </a: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Active customers generated most platform activity.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High-value customers contributed significantly to revenue.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 sz="1800" dirty="0">
              <a:latin typeface="Times New Roman"/>
              <a:ea typeface="Segoe UI"/>
              <a:cs typeface="Times New Roman"/>
            </a:endParaRPr>
          </a:p>
          <a:p>
            <a:r>
              <a:rPr lang="en-US" sz="1800" b="1" i="0">
                <a:latin typeface="Times New Roman"/>
                <a:ea typeface="Segoe UI"/>
                <a:cs typeface="Times New Roman"/>
              </a:rPr>
              <a:t>Restaurant Insights</a:t>
            </a: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North Indian cuisine showed strong customer demand.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Mid-range restaurants formed the largest restaurant group.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 sz="1800" dirty="0">
              <a:latin typeface="Times New Roman"/>
              <a:ea typeface="Segoe UI"/>
              <a:cs typeface="Times New Roman"/>
            </a:endParaRPr>
          </a:p>
          <a:p>
            <a:r>
              <a:rPr lang="en-US" sz="1800" b="1" i="0">
                <a:latin typeface="Times New Roman"/>
                <a:ea typeface="Segoe UI"/>
                <a:cs typeface="Times New Roman"/>
              </a:rPr>
              <a:t>Order Insights</a:t>
            </a: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Most orders were successfully delivered.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Order volume increased over time.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 sz="1800" dirty="0">
              <a:latin typeface="Times New Roman"/>
              <a:ea typeface="Segoe UI"/>
              <a:cs typeface="Times New Roman"/>
            </a:endParaRPr>
          </a:p>
          <a:p>
            <a:r>
              <a:rPr lang="en-US" sz="1800" b="1" i="0">
                <a:latin typeface="Times New Roman"/>
                <a:ea typeface="Segoe UI"/>
                <a:cs typeface="Times New Roman"/>
              </a:rPr>
              <a:t>Payment &amp; Delivery Insights</a:t>
            </a: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Payment success rate was high.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Delivery operations were effective.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endParaRPr lang="en-US" sz="1800" dirty="0">
              <a:latin typeface="Times New Roman"/>
              <a:ea typeface="Segoe UI"/>
              <a:cs typeface="Times New Roman"/>
            </a:endParaRPr>
          </a:p>
          <a:p>
            <a:r>
              <a:rPr lang="en-US" sz="1800" b="1" i="0">
                <a:latin typeface="Times New Roman"/>
                <a:ea typeface="Segoe UI"/>
                <a:cs typeface="Times New Roman"/>
              </a:rPr>
              <a:t>Product Insights</a:t>
            </a: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Vegetarian products generated higher demand.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800" b="0" i="0">
                <a:latin typeface="Times New Roman"/>
                <a:ea typeface="Segoe UI"/>
                <a:cs typeface="Times New Roman"/>
              </a:rPr>
              <a:t>Pizza and Dessert categories performed strongly</a:t>
            </a:r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endParaRPr lang="en-US" sz="1800" b="0" i="0" dirty="0">
              <a:latin typeface="Times New Roman"/>
              <a:ea typeface="Segoe UI"/>
              <a:cs typeface="Times New Roman"/>
            </a:endParaRPr>
          </a:p>
          <a:p>
            <a:pPr algn="ctr"/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606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EE1F-96D8-28CF-3D44-3AA3A0D5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18"/>
            <a:ext cx="10515600" cy="292167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>
                <a:solidFill>
                  <a:srgbClr val="FF0000"/>
                </a:solidFill>
                <a:latin typeface="Times New Roman"/>
                <a:cs typeface="Times New Roman"/>
              </a:rPr>
              <a:t>Business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C3790-DBE2-CCD5-56D2-602F2F1FD161}"/>
              </a:ext>
            </a:extLst>
          </p:cNvPr>
          <p:cNvSpPr txBox="1"/>
          <p:nvPr/>
        </p:nvSpPr>
        <p:spPr>
          <a:xfrm>
            <a:off x="1161789" y="1069023"/>
            <a:ext cx="7045580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IN" sz="2400">
                <a:latin typeface="Times New Roman"/>
                <a:cs typeface="Times New Roman"/>
              </a:rPr>
              <a:t>Strengthen customer loyalty programs.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Promote top-performing menu items.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Expand high-performing cuisine categories.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Reduce order cancellations.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Improve payment failure handling.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Increase visibility of popular vegetarian items.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Optimize delivery operations during peak periods.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818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9E239-8004-3810-3CBD-3D18649480E7}"/>
              </a:ext>
            </a:extLst>
          </p:cNvPr>
          <p:cNvSpPr txBox="1"/>
          <p:nvPr/>
        </p:nvSpPr>
        <p:spPr>
          <a:xfrm>
            <a:off x="1043836" y="788096"/>
            <a:ext cx="9812054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/>
                <a:ea typeface="Calibri"/>
                <a:cs typeface="Times New Roman"/>
                <a:sym typeface="Calibri"/>
              </a:rPr>
              <a:t>Learning Experience</a:t>
            </a:r>
          </a:p>
          <a:p>
            <a:endParaRPr lang="en-US" sz="3200" b="1" dirty="0">
              <a:solidFill>
                <a:srgbClr val="C00000"/>
              </a:solidFill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Segoe UI"/>
                <a:ea typeface="Segoe UI"/>
                <a:cs typeface="Segoe UI"/>
              </a:rPr>
              <a:t>Improved SQL querying skills.</a:t>
            </a:r>
            <a:endParaRPr lang="en-US" sz="2800" b="0" i="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endParaRPr lang="en-US" sz="280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Segoe UI"/>
                <a:ea typeface="Segoe UI"/>
                <a:cs typeface="Segoe UI"/>
              </a:rPr>
              <a:t>Gained hands-on database design experience.</a:t>
            </a:r>
            <a:endParaRPr lang="en-US" sz="2800" b="0" i="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endParaRPr lang="en-US" sz="280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Segoe UI"/>
                <a:ea typeface="Segoe UI"/>
                <a:cs typeface="Segoe UI"/>
              </a:rPr>
              <a:t>Learned business analytics concepts.</a:t>
            </a:r>
            <a:endParaRPr lang="en-US" sz="2800" b="0" i="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endParaRPr lang="en-US" sz="280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r>
              <a:rPr lang="en-US" sz="2800" b="0" i="0">
                <a:latin typeface="Segoe UI"/>
                <a:ea typeface="Segoe UI"/>
                <a:cs typeface="Segoe UI"/>
              </a:rPr>
              <a:t>Developed data-driven problem-solving skills.</a:t>
            </a:r>
            <a:endParaRPr lang="en-US" sz="2800" b="0" i="0" dirty="0">
              <a:latin typeface="Segoe UI"/>
              <a:ea typeface="Segoe UI"/>
              <a:cs typeface="Segoe UI"/>
            </a:endParaRPr>
          </a:p>
          <a:p>
            <a:pPr marL="457200" indent="-457200">
              <a:buFont typeface="Wingdings"/>
              <a:buChar char="Ø"/>
            </a:pPr>
            <a:endParaRPr lang="en-US" sz="2800" b="0" i="0" dirty="0">
              <a:latin typeface="Segoe UI"/>
              <a:ea typeface="Segoe UI"/>
              <a:cs typeface="Segoe UI"/>
            </a:endParaRP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22283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FA0A-F11F-D201-0B6E-982F1167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784B3-7EA1-9987-E585-CA5575E5F020}"/>
              </a:ext>
            </a:extLst>
          </p:cNvPr>
          <p:cNvSpPr txBox="1"/>
          <p:nvPr/>
        </p:nvSpPr>
        <p:spPr>
          <a:xfrm>
            <a:off x="838200" y="1551563"/>
            <a:ext cx="10293076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>
                <a:latin typeface="Times New Roman"/>
                <a:cs typeface="Times New Roman"/>
              </a:rPr>
              <a:t>         The project successfully transformed food delivery operational data into meaningful business insights using MySQL.</a:t>
            </a:r>
            <a:endParaRPr lang="en-US"/>
          </a:p>
          <a:p>
            <a:endParaRPr lang="en-IN" sz="2400" dirty="0">
              <a:latin typeface="Times New Roman"/>
              <a:cs typeface="Times New Roman"/>
            </a:endParaRPr>
          </a:p>
          <a:p>
            <a:r>
              <a:rPr lang="en-IN" sz="2400">
                <a:solidFill>
                  <a:srgbClr val="FF0000"/>
                </a:solidFill>
                <a:latin typeface="Times New Roman"/>
                <a:cs typeface="Times New Roman"/>
              </a:rPr>
              <a:t>Key Outcomes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Better understanding of customer </a:t>
            </a:r>
            <a:r>
              <a:rPr lang="en-IN" sz="2400" dirty="0" err="1">
                <a:latin typeface="Times New Roman"/>
                <a:cs typeface="Times New Roman"/>
              </a:rPr>
              <a:t>behavior</a:t>
            </a:r>
            <a:r>
              <a:rPr lang="en-IN" sz="2400" dirty="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Identification of high-performing restaurants and cuisines.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Evaluation of payment and delivery performance.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Recognition of high-demand menu products.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Times New Roman"/>
                <a:cs typeface="Times New Roman"/>
              </a:rPr>
              <a:t>Generation of actionable business recommendations.</a:t>
            </a:r>
            <a:endParaRPr lang="en-IN" sz="2400" dirty="0">
              <a:latin typeface="Times New Roman"/>
              <a:cs typeface="Times New Roman"/>
            </a:endParaRPr>
          </a:p>
          <a:p>
            <a:r>
              <a:rPr lang="en-IN" sz="2400">
                <a:latin typeface="Times New Roman"/>
                <a:cs typeface="Times New Roman"/>
              </a:rPr>
              <a:t>The insights can support revenue growth, customer satisfaction, and operational efficiency.</a:t>
            </a:r>
            <a:endParaRPr lang="en-IN" sz="24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F766BEB-96D4-2FAC-7372-D572A4114F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1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9"/>
    </mc:Choice>
    <mc:Fallback xmlns="">
      <p:transition spd="slow" advTm="106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806</Words>
  <Application>Microsoft Office PowerPoint</Application>
  <PresentationFormat>Widescreen</PresentationFormat>
  <Paragraphs>123</Paragraphs>
  <Slides>17</Slides>
  <Notes>4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    Table of contents</vt:lpstr>
      <vt:lpstr>Project Overview</vt:lpstr>
      <vt:lpstr>   Business Scenario</vt:lpstr>
      <vt:lpstr> Business Objectives</vt:lpstr>
      <vt:lpstr> Dataset &amp; Database Overview</vt:lpstr>
      <vt:lpstr>ER Diagram &amp; Database Structure</vt:lpstr>
      <vt:lpstr>Analysis of objectives</vt:lpstr>
      <vt:lpstr>PowerPoint Presentation</vt:lpstr>
      <vt:lpstr>Query 2: Popular Cuisine Analysis </vt:lpstr>
      <vt:lpstr>Query 3: Payment Success Analysis </vt:lpstr>
      <vt:lpstr>  Overall key findings</vt:lpstr>
      <vt:lpstr> Business Recommendations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Shyam Kaleti</cp:lastModifiedBy>
  <cp:revision>384</cp:revision>
  <dcterms:created xsi:type="dcterms:W3CDTF">2021-02-16T05:19:01Z</dcterms:created>
  <dcterms:modified xsi:type="dcterms:W3CDTF">2026-10-28T18:54:43Z</dcterms:modified>
</cp:coreProperties>
</file>